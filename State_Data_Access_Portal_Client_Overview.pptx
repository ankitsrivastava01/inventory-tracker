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  <Relationship Id="rId10" Type="http://schemas.openxmlformats.org/officeDocument/2006/relationships/slideMaster" Target="slideMasters/slideMaster1.xml"/>
  <Relationship Id="rId11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Data Access and Linkage Tool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0000" y="1200000"/>
            <a:ext cx="102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800">
                <a:solidFill>
                  <a:srgbClr val="4B5563"/>
                </a:solidFill>
              </a:rPr>
              <a:t>Client overview for linking state datasets with optional governed/encrypted controls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20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Primary flow links public/non-restricted state statistical datasets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Developers select datasets, choose methods, submit Git links, and run user-side linkage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State Owners review governed or restricted execution when needed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What The Portal Solves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Links education, workforce, geography, program, O*NET, LEHD-style, and CPS-style datasets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Uses direct public keys as the main linkage approach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Adds PySyft governance and PPRL/PPRS encryption only when sensitivity requires it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Captures Git repository, branch, commit/tag, and code path for review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Supports State Owner review for governed execution and restricted release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Role-Based Login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Developer / BrightQuery: sees Linkage, Info, Request, and Request / Approval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State Owner: sees Linkage, Info, and Request / Approval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Demo login accepts any user name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The selected role controls what screens and controls are visible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Developer / BrightQuery Flow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Select dataset scope or upload CSVs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Choose direct public linkage or another method when needed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Complete the PySyft-style data asset, code asset, execution context, output policy, and review notes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Provide Git repository link, branch, commit/tag, and code path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Use Linkage as the main tab for public/non-restricted state dataset linkage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Submit the request for State Owner review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Use Request / Approval only for request status and State Owner decision</a:t>
            </a:r>
          </a:p>
        </p:txBody>
      </p:sp>
      <p:sp>
        <p:nvSpPr>
          <p:cNvPr id="5" name="Callout"/>
          <p:cNvSpPr txBox="1"/>
          <p:nvPr/>
        </p:nvSpPr>
        <p:spPr>
          <a:xfrm>
            <a:off x="760000" y="5550000"/>
            <a:ext cx="10300000" cy="620000"/>
          </a:xfrm>
          <a:prstGeom prst="rect">
            <a:avLst/>
          </a:prstGeom>
          <a:solidFill>
            <a:srgbClr val="EAF4F8"/>
          </a:solidFill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900">
                <a:b/>
                <a:solidFill>
                  <a:srgbClr val="00334D"/>
                </a:solidFill>
              </a:rPr>
              <a:t>Developer linkage is public/statistical first; restricted release remains owner-controlled.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State Owner Review Flow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Review request title, dataset pair, classification, and linkage method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Inspect Git link and code package metadata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Review data asset, code asset, execution context, output policy, and review notes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Choose approve, request_changes, or reject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Record reviewer notes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Linkage Methods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Direct public key linkage for public/non-restricted statistical data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LLM-assisted metadata planning for unfamiliar schemas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PPRL/PPRS Bloom filter / hash embeddings when encrypted fuzzy matching is needed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PPRL/PPRS salted hash + q-grams when restricted identifiers require tokenized matching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Secure Multi-Party Computation (SMC), Linkage Honest Broker, asymmetric keys, or secure enclave for high-sensitivity cases</a:t>
            </a:r>
          </a:p>
        </p:txBody>
      </p:sp>
      <p:sp>
        <p:nvSpPr>
          <p:cNvPr id="5" name="Callout"/>
          <p:cNvSpPr txBox="1"/>
          <p:nvPr/>
        </p:nvSpPr>
        <p:spPr>
          <a:xfrm>
            <a:off x="760000" y="5550000"/>
            <a:ext cx="10300000" cy="620000"/>
          </a:xfrm>
          <a:prstGeom prst="rect">
            <a:avLst/>
          </a:prstGeom>
          <a:solidFill>
            <a:srgbClr val="EAF4F8"/>
          </a:solidFill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900">
                <a:b/>
                <a:solidFill>
                  <a:srgbClr val="00334D"/>
                </a:solidFill>
              </a:rPr>
              <a:t>Encryption is not required for the public statistical demo path.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Privacy And Output Controls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Raw restricted records are not released to developers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Direct identifiers are masked or excluded from released outputs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Outputs are designed around pseudonymous IDs and aggregate summaries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State Owner reviews match quality, small-cell risk, and disclosure controls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Linked output is generated and downloaded from the separate Linkage tab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Client Demo Script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Login as Developer / BrightQuery and start from Linkage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Logout and login as State Owner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Open Request / Approval and approve the submitted request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Run a State Owner linkage method from Linkage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Return to Developer / BrightQuery and view Request / Approval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420000"/>
            <a:ext cx="11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3400">
                <a:b/>
                <a:solidFill>
                  <a:srgbClr val="1F2933"/>
                </a:solidFill>
              </a:rPr>
              <a:t>Artifacts Included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4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Streamlit app: streamlit_app.py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User manual PDF: State_Data_Access_Portal_User_Manual.pdf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Editable manual source: USER_MANUAL.md</a:t>
            </a:r>
          </a:p>
          <a:p>
            <a:pPr marL="0" indent="0">
              <a:buChar char="•"/>
            </a:pPr>
            <a:r>
              <a:rPr lang="en-US" sz="2200">
                <a:solidFill>
                  <a:srgbClr val="3F4A54"/>
                </a:solidFill>
              </a:rPr>
              <a:t>Client overview deck: State_Data_Access_Portal_Client_Overview.pptx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0000" y="6400000"/>
            <a:ext cx="11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r>
              <a:rPr lang="en-US" sz="1000">
                <a:solidFill>
                  <a:srgbClr val="6B7280"/>
                </a:solidFill>
              </a:rPr>
              <a:t>Data Access and Linkage Tool | Client Overview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 Theme">
  <a:themeElements>
    <a:clrScheme name="Portal">
      <a:dk1>
        <a:srgbClr val="111827"/>
      </a:dk1>
      <a:lt1>
        <a:srgbClr val="FFFFFF"/>
      </a:lt1>
      <a:dk2>
        <a:srgbClr val="1F2933"/>
      </a:dk2>
      <a:lt2>
        <a:srgbClr val="F8FAFC"/>
      </a:lt2>
      <a:accent1>
        <a:srgbClr val="00334D"/>
      </a:accent1>
      <a:accent2>
        <a:srgbClr val="0F766E"/>
      </a:accent2>
      <a:accent3>
        <a:srgbClr val="B45309"/>
      </a:accent3>
      <a:accent4>
        <a:srgbClr val="4F46E5"/>
      </a:accent4>
      <a:accent5>
        <a:srgbClr val="BE123C"/>
      </a:accent5>
      <a:accent6>
        <a:srgbClr val="475569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5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Access and Linkage Tool Client Overview</dc:title>
  <dc:creator>OpenAI Codex</dc:creator>
  <cp:lastModifiedBy>OpenAI Codex</cp:lastModifiedBy>
  <dcterms:created xsi:type="dcterms:W3CDTF">2026-07-20T12:00:55Z</dcterms:created>
  <dcterms:modified xsi:type="dcterms:W3CDTF">2026-07-20T12:00:55Z</dcterms:modified>
</cp:coreProperties>
</file>